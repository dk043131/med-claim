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DEFENSE &amp; TECHNICAL 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MED-CLAIM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Automated Medical Claim Adjudication &amp; Ayushman Bharat (PM-JAY) Processing Engine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0698480" cy="2560320"/>
          </a:xfrm>
          <a:prstGeom prst="roundRect">
            <a:avLst>
              <a:gd name="adj" fmla="val 3571"/>
            </a:avLst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749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PRESENTERS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Deepakkumar A   •   Dinakar S   •   Nandhakishore N   •   Devapriyan MJ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4937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of Computer Science &amp; Engineering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Institute Of Technology (KIOT)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in Medical Claim Adjudication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Settlement Delays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Insurance caseworkers spend 25–45 mins per bill manually verifying line items, causing clearance backlogs of up to 30 days.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Operational Errors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coding errors in ICD-10/SNOMED CT mapping cause over $14B annually in wasted administrative expenses.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&amp; Duplicate Billing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real-time fingerprinting allows twin claims submitted across multiple clinics to bypass traditional audits.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Scheme Friction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3-gate verification leads to accidental rejection of eligible Ayushman Bharat (PM-JAY) hospital claims.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MED-CLAIM Adjudication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6-Gate 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automated end-to-end processing pipeline evaluating OCR document intelligence, clinical coding, eligibility, and fraud risk in &lt;400ms.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 Queue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triage automatically routes high-confidence claims (≥90%) to Auto-Approval while routing handwritten bills to caseworker review.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PM-JAY Ayushman Bharat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3-gate eligibility checker, Aadhaar e-KYC card generator, and real-time family ₹5 Lakh annual cap tracking engine.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Multi-Format Intelligence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Multi-engine OCR extracting clinical diagnosis, lab parameters, and line items from clean bills, lab reports, and doctor prescriptions.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6-Stage End-to-End Processing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OCR / IDP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intelligence for scanned bills &amp; notes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Structuring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4840" y="21945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Extracts patient metadata, facility &amp; line items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164592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ICD Coding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01000" y="21945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Harmonizes diagnostic codes with ICD-10/SNOMED 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Eligibility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6634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welfare policy &amp; 7-day duplicate window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97680" y="411480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Fraud Score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34840" y="46634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anomaly guardrails &amp; risk score evaluation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63840" y="411480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Verdict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01000" y="46634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Auto-Approval or escalation to PM-JAY portal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&amp; I18N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&amp; Mobile-First Accessibility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Language Engine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i18n support for 8 Indian regional languages (Hindi, Bengali, Telugu, Marathi, Tamil, Gujarati, Kannada, Malayalam, Punjabi) plus English and Spanish.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Localization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DOM translation engine with persistent language selection via localStorage (`med_claim_lang`).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Responsive Drawer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Slide-over navigation drawer with backdrop overlay for screens ≤768px.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 Target Accessibility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44px touch height targets and scrollable table containers for smartphones.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Multi-Format Document Intelligence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Hospital Bills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Extracts itemized billing tables, admission/discharge dates, room rates, and tax calculations (&gt;98% accuracy) for auto-approval.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&amp; Blood Reports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Parses blood parameters (CBC, LFT, Widal, ESR), reference ranges, and abnormal value flags to validate clinical necessity.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 Orders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prescribed medications, dosages, quantities, and doctor credentials to verify pharmacy claims.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Handwritten Notes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low OCR confidence (&lt;70%) or ambiguous doctor handwriting, automatically flagging claims for caseworker HITL review.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GUARDRAILS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Detection &amp; Twin-Claim Prevention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7-Day Twin Fingerprinting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Fingerprints patient identity, provider ID, and diagnostic codes to instantly block duplicate claims submitted across clinics within a 7-day window.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Itemized Price Anomaly Scoring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Evaluates unit prices against standardized NHA package rates to flag inflated billing items.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vs Hard Escalation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score 0.30–0.60 adds soft warning flags; score &gt;0.60 triggers mandatory caseworker audit.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 Verification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immutable step-by-step reasoning panel documenting why every claim passed or failed.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SCHEME PORTAL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Ayushman Bharat (PM-JAY) Scheme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3-Gate Eligibility Checker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Verifies patient identity, hospital empanelment status, and 1,929 procedure package rates in real-time.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Aadhaar e-KYC Card Generator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Simulates 12-digit Aadhaar OTP verification and generates downloadable PM-JAY Gold Ayushman Cards.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 ₹5 Lakh Cap Tracker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Monitors annual coverage balance, senior citizen separate caps, patient co-pay, and remaining family funds.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Auto-Submission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registers approved claims with NHA PM-JAY portal for instant disbursement processing.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&amp;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Metrics &amp; Benchmark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83.1% — Auto-Adjudication Rate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Claims auto-approved without manual intervention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 — Staff Time Saved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in caseworker processing effort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&lt;400ms — Pipeline Latency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6-gate execution speed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114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 — Average Confidence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 &amp; clinical coding score accuracy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You! Any 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MED-CLAIM sets a new benchmark in automated medical claim adjudication, bridging Indian healthcare schemes with state-of-the-art document intelligence.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0698480" cy="2560320"/>
          </a:xfrm>
          <a:prstGeom prst="roundRect">
            <a:avLst>
              <a:gd name="adj" fmla="val 3571"/>
            </a:avLst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749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PROJECT DEPLOYMENT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4206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Demo: https://med-claim.vercel.app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Repo: https://github.com/Dk043131/MED-CLAIM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5120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Institute Of Technology (KIOT)   •   Department of CSE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2026-07-30T01:02:20Z</dcterms:created>
  <dcterms:modified xsi:type="dcterms:W3CDTF">2026-07-30T01:02:20Z</dcterms:modified>
</cp:coreProperties>
</file>